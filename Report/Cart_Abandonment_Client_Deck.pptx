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CONFIDENTIAL | PREPARED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Cart Abandonment</a:t>
            </a:r>
            <a:br/>
            <a:r>
              <a:t>Analysis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5F5"/>
                </a:solidFill>
              </a:defRPr>
            </a:pPr>
            <a:r>
              <a:t>Presented by: Vikhyat Singh</a:t>
            </a:r>
            <a:br/>
            <a:r>
              <a:t>Customer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Four things we found that matter to your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572000" cy="1097280"/>
          </a:xfrm>
          <a:prstGeom prst="roundRect">
            <a:avLst/>
          </a:prstGeom>
          <a:solidFill>
            <a:srgbClr val="DC5055"/>
          </a:solidFill>
          <a:ln>
            <a:solidFill>
              <a:srgbClr val="DC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01   75.8% abandonment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Customers add items but fail to complete purchase.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4572000" cy="109728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9659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02   Biggest leakage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3317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317 customers leave between cart and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4572000" cy="1097280"/>
          </a:xfrm>
          <a:prstGeom prst="round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1187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03   Seasonal patterns exist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March highest risk, November lowest abandonment.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74720"/>
            <a:ext cx="4572000" cy="1097280"/>
          </a:xfrm>
          <a:prstGeom prst="roundRect">
            <a:avLst/>
          </a:prstGeom>
          <a:solidFill>
            <a:srgbClr val="50AF7D"/>
          </a:solidFill>
          <a:ln>
            <a:solidFill>
              <a:srgbClr val="50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61187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04   Predictive model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977639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62.3% of abandoners identified correctly.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How we defined abandonment —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5F5"/>
                </a:solidFill>
              </a:defRPr>
            </a:pPr>
            <a:r>
              <a:t>Abandoned = Added to cart AND did not complete purchase</a:t>
            </a:r>
            <a:br/>
            <a:br/>
            <a:r>
              <a:t>Browsed-only sessions excluded because no purchase intent was shown.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828800" cy="9144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Visited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1000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657600"/>
            <a:ext cx="1828800" cy="9144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707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657600"/>
            <a:ext cx="1828800" cy="9144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390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657600"/>
            <a:ext cx="1828800" cy="9144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171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The numbers that define 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1371600"/>
          </a:xfrm>
          <a:prstGeom prst="roundRect">
            <a:avLst/>
          </a:prstGeom>
          <a:solidFill>
            <a:srgbClr val="DC5055"/>
          </a:solidFill>
          <a:ln>
            <a:solidFill>
              <a:srgbClr val="DC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75.8%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Overall abandonment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286000" cy="13716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Sessions analysed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286000" cy="1371600"/>
          </a:xfrm>
          <a:prstGeom prst="roundRect">
            <a:avLst/>
          </a:prstGeom>
          <a:solidFill>
            <a:srgbClr val="48A0DC"/>
          </a:solidFill>
          <a:ln>
            <a:solidFill>
              <a:srgbClr val="48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53.4%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Mobile abandonment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286000" cy="1371600"/>
          </a:xfrm>
          <a:prstGeom prst="roundRect">
            <a:avLst/>
          </a:prstGeom>
          <a:solidFill>
            <a:srgbClr val="50AF7D"/>
          </a:solidFill>
          <a:ln>
            <a:solidFill>
              <a:srgbClr val="50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54.9%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331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Desktop abandonment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3657600" cy="1097280"/>
          </a:xfrm>
          <a:prstGeom prst="roundRect">
            <a:avLst/>
          </a:prstGeom>
          <a:solidFill>
            <a:srgbClr val="DC5055"/>
          </a:solidFill>
          <a:ln>
            <a:solidFill>
              <a:srgbClr val="DC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51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Biggest Drop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17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Cart → Checkout</a:t>
            </a:r>
            <a:br/>
            <a:r>
              <a:t>317 users lost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114800"/>
            <a:ext cx="3657600" cy="1097280"/>
          </a:xfrm>
          <a:prstGeom prst="roundRect">
            <a:avLst/>
          </a:prstGeom>
          <a:solidFill>
            <a:srgbClr val="50AF7D"/>
          </a:solidFill>
          <a:ln>
            <a:solidFill>
              <a:srgbClr val="50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4251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Best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617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November</a:t>
            </a:r>
            <a:br/>
            <a:r>
              <a:t>43.4%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SEGMENT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Who abandons most — and what patterns tell us</a:t>
            </a:r>
          </a:p>
        </p:txBody>
      </p:sp>
      <p:pic>
        <p:nvPicPr>
          <p:cNvPr id="5" name="Picture 4" descr="image(9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4572000" cy="3717024"/>
          </a:xfrm>
          <a:prstGeom prst="rect">
            <a:avLst/>
          </a:prstGeom>
        </p:spPr>
      </p:pic>
      <p:pic>
        <p:nvPicPr>
          <p:cNvPr id="6" name="Picture 5" descr="image(10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4572000" cy="37253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Abandonment rate follows a predictable annual pattern</a:t>
            </a:r>
          </a:p>
        </p:txBody>
      </p:sp>
      <p:pic>
        <p:nvPicPr>
          <p:cNvPr id="5" name="Picture 4" descr="image(9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9144000" cy="5043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FUNNEL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Where customers leave the purchase journey</a:t>
            </a:r>
          </a:p>
        </p:txBody>
      </p:sp>
      <p:pic>
        <p:nvPicPr>
          <p:cNvPr id="5" name="Picture 4" descr="image(9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9144000" cy="5476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What predicts whether a customer will abandon?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2743200"/>
          </a:xfrm>
          <a:prstGeom prst="roundRect">
            <a:avLst/>
          </a:prstGeom>
          <a:solidFill>
            <a:srgbClr val="DC5055"/>
          </a:solidFill>
          <a:ln>
            <a:solidFill>
              <a:srgbClr val="DC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Increases abandonment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Page load +0.0158</a:t>
            </a:r>
            <a:br/>
            <a:r>
              <a:t>Weekend +0.2298</a:t>
            </a:r>
            <a:br/>
            <a:r>
              <a:t>Page views +0.0191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572000" cy="2743200"/>
          </a:xfrm>
          <a:prstGeom prst="roundRect">
            <a:avLst/>
          </a:prstGeom>
          <a:solidFill>
            <a:srgbClr val="50AF7D"/>
          </a:solidFill>
          <a:ln>
            <a:solidFill>
              <a:srgbClr val="50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Reduces abandonment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Entered payment -3.3527</a:t>
            </a:r>
            <a:br/>
            <a:r>
              <a:t>Previous purchases -0.0056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How accurately can we identify abandoners?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828800"/>
          </a:xfrm>
          <a:prstGeom prst="roundRect">
            <a:avLst/>
          </a:prstGeom>
          <a:solidFill>
            <a:srgbClr val="48A0DC"/>
          </a:solidFill>
          <a:ln>
            <a:solidFill>
              <a:srgbClr val="48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62.5%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2743200" cy="1828800"/>
          </a:xfrm>
          <a:prstGeom prst="round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68.9%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2743200" cy="1828800"/>
          </a:xfrm>
          <a:prstGeom prst="roundRect">
            <a:avLst/>
          </a:prstGeom>
          <a:solidFill>
            <a:srgbClr val="50AF7D"/>
          </a:solidFill>
          <a:ln>
            <a:solidFill>
              <a:srgbClr val="50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317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62.3%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F5F5"/>
                </a:solidFill>
              </a:defRPr>
            </a:pPr>
            <a:r>
              <a:t>Recall is the key metric because missed abandoners represent lost recovery opportunities.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Three actions your team can take starting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9144000" cy="9144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01 Fix checkout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Reduce friction at the largest drop-off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9144000" cy="9144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02 Launch predictive recovery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Target users based on abandonment probability.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9144000" cy="914400"/>
          </a:xfrm>
          <a:prstGeom prst="roundRect">
            <a:avLst/>
          </a:prstGeom>
          <a:solidFill>
            <a:srgbClr val="142A41"/>
          </a:solidFill>
          <a:ln>
            <a:solidFill>
              <a:srgbClr val="14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</a:defRPr>
            </a:pPr>
            <a:r>
              <a:t>03 Improve data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Add shipping, inventory and campaign information.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0"/>
            <a:ext cx="73152" cy="6858000"/>
          </a:xfrm>
          <a:prstGeom prst="rect">
            <a:avLst/>
          </a:prstGeom>
          <a:solidFill>
            <a:srgbClr val="EEB130"/>
          </a:solidFill>
          <a:ln>
            <a:solidFill>
              <a:srgbClr val="EEB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B130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5F5F5"/>
                </a:solidFill>
              </a:defRPr>
            </a:pPr>
            <a:r>
              <a:t>What would make the analysis stronger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5F5"/>
                </a:solidFill>
              </a:defRPr>
            </a:pPr>
            <a:r>
              <a:t>Could not measure:</a:t>
            </a:r>
            <a:br/>
            <a:br/>
            <a:r>
              <a:t>• Shipping cost effect</a:t>
            </a:r>
            <a:br/>
            <a:r>
              <a:t>• Inventory availability</a:t>
            </a:r>
            <a:br/>
            <a:r>
              <a:t>• Campaign ROI</a:t>
            </a:r>
            <a:br/>
            <a:br/>
            <a:r>
              <a:t>Next steps:</a:t>
            </a:r>
            <a:br/>
            <a:br/>
            <a:r>
              <a:t>1. Add missing business variables</a:t>
            </a:r>
            <a:br/>
            <a:r>
              <a:t>2. Run A/B tests</a:t>
            </a:r>
            <a:br/>
            <a:r>
              <a:t>3. Build monitoring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